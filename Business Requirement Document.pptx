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2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89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23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5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1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61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0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50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8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4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1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6" name="Picture 6" descr="Like Comment Share PNGs for Free Download">
            <a:extLst>
              <a:ext uri="{FF2B5EF4-FFF2-40B4-BE49-F238E27FC236}">
                <a16:creationId xmlns:a16="http://schemas.microsoft.com/office/drawing/2014/main" id="{F02BE5A9-56AD-A33E-121C-D54800763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54" y="0"/>
            <a:ext cx="5978106" cy="597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568</TotalTime>
  <Words>348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Retrospect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priyam gupta</cp:lastModifiedBy>
  <cp:revision>18</cp:revision>
  <dcterms:created xsi:type="dcterms:W3CDTF">2024-06-24T12:27:37Z</dcterms:created>
  <dcterms:modified xsi:type="dcterms:W3CDTF">2025-09-06T09:29:19Z</dcterms:modified>
</cp:coreProperties>
</file>